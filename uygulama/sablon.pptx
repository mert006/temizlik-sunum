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4"/>
  </p:notesMasterIdLst>
  <p:handoutMasterIdLst>
    <p:handoutMasterId r:id="rId175"/>
  </p:handoutMasterIdLst>
  <p:sldIdLst>
    <p:sldId id="297" r:id="rId94"/>
    <p:sldId id="296" r:id="rId95"/>
    <p:sldId id="331" r:id="rId9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L DURUM" id="{95A98DE7-8040-4984-B1A4-743166FAC162}">
          <p14:sldIdLst>
            <p14:sldId id="256"/>
            <p14:sldId id="276"/>
          </p14:sldIdLst>
        </p14:section>
        <p14:section name="TÜKETİMLER" id="{62EF500F-71F4-4A2B-B7A7-91C25F55828E}">
          <p14:sldIdLst>
            <p14:sldId id="258"/>
            <p14:sldId id="412"/>
            <p14:sldId id="537"/>
            <p14:sldId id="541"/>
            <p14:sldId id="542"/>
            <p14:sldId id="546"/>
            <p14:sldId id="544"/>
            <p14:sldId id="545"/>
            <p14:sldId id="547"/>
            <p14:sldId id="549"/>
            <p14:sldId id="293"/>
            <p14:sldId id="291"/>
            <p14:sldId id="292"/>
            <p14:sldId id="289"/>
          </p14:sldIdLst>
        </p14:section>
        <p14:section name="Güvenlik" id="{1AA22C1E-091B-423D-954F-A0D3AEC8CB55}">
          <p14:sldIdLst>
            <p14:sldId id="266"/>
            <p14:sldId id="294"/>
            <p14:sldId id="814"/>
            <p14:sldId id="882"/>
            <p14:sldId id="883"/>
            <p14:sldId id="884"/>
            <p14:sldId id="885"/>
            <p14:sldId id="886"/>
            <p14:sldId id="887"/>
            <p14:sldId id="888"/>
            <p14:sldId id="889"/>
            <p14:sldId id="890"/>
            <p14:sldId id="891"/>
            <p14:sldId id="892"/>
            <p14:sldId id="893"/>
            <p14:sldId id="894"/>
            <p14:sldId id="895"/>
            <p14:sldId id="896"/>
            <p14:sldId id="897"/>
            <p14:sldId id="898"/>
            <p14:sldId id="899"/>
            <p14:sldId id="900"/>
            <p14:sldId id="901"/>
            <p14:sldId id="902"/>
            <p14:sldId id="903"/>
            <p14:sldId id="904"/>
            <p14:sldId id="905"/>
            <p14:sldId id="906"/>
            <p14:sldId id="907"/>
            <p14:sldId id="908"/>
            <p14:sldId id="909"/>
            <p14:sldId id="910"/>
            <p14:sldId id="911"/>
            <p14:sldId id="912"/>
            <p14:sldId id="913"/>
            <p14:sldId id="914"/>
            <p14:sldId id="915"/>
            <p14:sldId id="916"/>
            <p14:sldId id="917"/>
            <p14:sldId id="918"/>
            <p14:sldId id="919"/>
            <p14:sldId id="920"/>
            <p14:sldId id="921"/>
            <p14:sldId id="922"/>
            <p14:sldId id="923"/>
            <p14:sldId id="924"/>
            <p14:sldId id="925"/>
            <p14:sldId id="926"/>
            <p14:sldId id="927"/>
            <p14:sldId id="928"/>
            <p14:sldId id="929"/>
            <p14:sldId id="930"/>
            <p14:sldId id="931"/>
            <p14:sldId id="932"/>
            <p14:sldId id="933"/>
            <p14:sldId id="934"/>
            <p14:sldId id="935"/>
            <p14:sldId id="936"/>
            <p14:sldId id="937"/>
            <p14:sldId id="938"/>
            <p14:sldId id="939"/>
            <p14:sldId id="940"/>
            <p14:sldId id="941"/>
            <p14:sldId id="942"/>
            <p14:sldId id="943"/>
            <p14:sldId id="944"/>
            <p14:sldId id="945"/>
            <p14:sldId id="946"/>
            <p14:sldId id="947"/>
            <p14:sldId id="948"/>
            <p14:sldId id="949"/>
            <p14:sldId id="950"/>
            <p14:sldId id="951"/>
            <p14:sldId id="952"/>
            <p14:sldId id="674"/>
            <p14:sldId id="880"/>
          </p14:sldIdLst>
        </p14:section>
        <p14:section name="Temizlik" id="{A1989CAB-949C-4F8C-AB5D-7E76B82D9A75}">
          <p14:sldIdLst>
            <p14:sldId id="297"/>
            <p14:sldId id="296"/>
            <p14:sldId id="668"/>
            <p14:sldId id="331"/>
            <p14:sldId id="853"/>
            <p14:sldId id="958"/>
            <p14:sldId id="959"/>
            <p14:sldId id="960"/>
            <p14:sldId id="961"/>
            <p14:sldId id="962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80"/>
            <p14:sldId id="981"/>
            <p14:sldId id="982"/>
            <p14:sldId id="983"/>
            <p14:sldId id="984"/>
            <p14:sldId id="985"/>
            <p14:sldId id="986"/>
            <p14:sldId id="854"/>
            <p14:sldId id="855"/>
            <p14:sldId id="856"/>
            <p14:sldId id="859"/>
            <p14:sldId id="861"/>
            <p14:sldId id="862"/>
            <p14:sldId id="864"/>
            <p14:sldId id="865"/>
            <p14:sldId id="866"/>
            <p14:sldId id="869"/>
            <p14:sldId id="871"/>
            <p14:sldId id="872"/>
            <p14:sldId id="873"/>
            <p14:sldId id="874"/>
            <p14:sldId id="875"/>
          </p14:sldIdLst>
        </p14:section>
        <p14:section name="Teknik" id="{AA01317B-1D7D-4C5A-966D-FDF12DACB302}">
          <p14:sldIdLst>
            <p14:sldId id="299"/>
            <p14:sldId id="987"/>
            <p14:sldId id="988"/>
            <p14:sldId id="989"/>
            <p14:sldId id="990"/>
            <p14:sldId id="991"/>
            <p14:sldId id="992"/>
            <p14:sldId id="993"/>
            <p14:sldId id="994"/>
            <p14:sldId id="995"/>
            <p14:sldId id="996"/>
            <p14:sldId id="997"/>
            <p14:sldId id="998"/>
            <p14:sldId id="999"/>
            <p14:sldId id="1000"/>
            <p14:sldId id="1001"/>
            <p14:sldId id="1002"/>
            <p14:sldId id="1003"/>
            <p14:sldId id="1004"/>
            <p14:sldId id="1005"/>
            <p14:sldId id="1006"/>
            <p14:sldId id="1007"/>
            <p14:sldId id="1008"/>
            <p14:sldId id="1009"/>
            <p14:sldId id="1010"/>
            <p14:sldId id="1011"/>
            <p14:sldId id="1012"/>
            <p14:sldId id="1013"/>
            <p14:sldId id="1014"/>
          </p14:sldIdLst>
        </p14:section>
        <p14:section name="Pazarlama" id="{266382BB-CBD8-4D6F-8D21-E82EDB28DD79}">
          <p14:sldIdLst>
            <p14:sldId id="303"/>
          </p14:sldIdLst>
        </p14:section>
        <p14:section name="Bitiş" id="{731A00C6-E942-4DEA-9AC0-9D5CB47B574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49F"/>
    <a:srgbClr val="2F5597"/>
    <a:srgbClr val="4472C4"/>
    <a:srgbClr val="FFFFFF"/>
    <a:srgbClr val="07319C"/>
    <a:srgbClr val="0C0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86410" autoAdjust="0"/>
  </p:normalViewPr>
  <p:slideViewPr>
    <p:cSldViewPr snapToGrid="0">
      <p:cViewPr varScale="1">
        <p:scale>
          <a:sx n="75" d="100"/>
          <a:sy n="75" d="100"/>
        </p:scale>
        <p:origin x="1197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1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28"/>
    </p:cViewPr>
  </p:sorterViewPr>
  <p:notesViewPr>
    <p:cSldViewPr snapToGrid="0">
      <p:cViewPr varScale="1">
        <p:scale>
          <a:sx n="64" d="100"/>
          <a:sy n="64" d="100"/>
        </p:scale>
        <p:origin x="3294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4" Type="http://schemas.openxmlformats.org/officeDocument/2006/relationships/slide" Target="slides/slide1.xml"/><Relationship Id="rId95" Type="http://schemas.openxmlformats.org/officeDocument/2006/relationships/slide" Target="slides/slide2.xml"/><Relationship Id="rId97" Type="http://schemas.openxmlformats.org/officeDocument/2006/relationships/slide" Target="slides/slide3.xml"/><Relationship Id="rId174" Type="http://schemas.openxmlformats.org/officeDocument/2006/relationships/notesMaster" Target="notesMasters/notesMaster1.xml"/><Relationship Id="rId175" Type="http://schemas.openxmlformats.org/officeDocument/2006/relationships/handoutMaster" Target="handoutMasters/handoutMaster1.xml"/><Relationship Id="rId176" Type="http://schemas.openxmlformats.org/officeDocument/2006/relationships/presProps" Target="presProps.xml"/><Relationship Id="rId177" Type="http://schemas.openxmlformats.org/officeDocument/2006/relationships/viewProps" Target="viewProps.xml"/><Relationship Id="rId178" Type="http://schemas.openxmlformats.org/officeDocument/2006/relationships/theme" Target="theme/theme1.xml"/><Relationship Id="rId1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158902E6-C93F-641B-8E91-3FE7F93972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0552EEF-1C9D-7A35-32DF-68C27B2A44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621F3-0C7C-44FC-B365-1DBD930C17FB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8A55BDE-6E22-78C2-3777-4AE82D8019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AE89BAA-094C-2356-1359-10D1F8AFB8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611A6-FF93-4906-8201-556541FD6F3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611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2BDCD-8D40-41EE-A51D-B550B35E13CC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4F1FF-F22E-43C4-809F-A389887C10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620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24F1FF-F22E-43C4-809F-A389887C10C8}" type="slidenum">
              <a:rPr lang="tr-TR" smtClean="0"/>
              <a:t>93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69540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sim Yer Tutucusu 5">
            <a:extLst>
              <a:ext uri="{FF2B5EF4-FFF2-40B4-BE49-F238E27FC236}">
                <a16:creationId xmlns:a16="http://schemas.microsoft.com/office/drawing/2014/main" id="{A35BFFD4-CEBF-6A17-4490-0A7D70F768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42605" y="299463"/>
            <a:ext cx="3669245" cy="2063950"/>
          </a:xfrm>
        </p:spPr>
        <p:txBody>
          <a:bodyPr/>
          <a:lstStyle/>
          <a:p>
            <a:endParaRPr lang="tr-TR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3162748-842B-82AB-8DE3-865E1ED460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2090" y="4956797"/>
            <a:ext cx="10047819" cy="422068"/>
          </a:xfrm>
        </p:spPr>
        <p:txBody>
          <a:bodyPr/>
          <a:lstStyle>
            <a:lvl4pPr marL="0" indent="0">
              <a:buNone/>
              <a:defRPr/>
            </a:lvl4pPr>
          </a:lstStyle>
          <a:p>
            <a:pPr lvl="3"/>
            <a:r>
              <a:rPr lang="tr-TR" dirty="0"/>
              <a:t>Dördüncü düzey</a:t>
            </a:r>
          </a:p>
        </p:txBody>
      </p:sp>
      <p:sp>
        <p:nvSpPr>
          <p:cNvPr id="2" name="Resim Yer Tutucusu 5">
            <a:extLst>
              <a:ext uri="{FF2B5EF4-FFF2-40B4-BE49-F238E27FC236}">
                <a16:creationId xmlns:a16="http://schemas.microsoft.com/office/drawing/2014/main" id="{9C315EA0-7C09-C6A8-542B-6F776D7610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242605" y="2628130"/>
            <a:ext cx="3669245" cy="2063950"/>
          </a:xfrm>
        </p:spPr>
        <p:txBody>
          <a:bodyPr/>
          <a:lstStyle/>
          <a:p>
            <a:endParaRPr lang="tr-TR"/>
          </a:p>
        </p:txBody>
      </p:sp>
      <p:sp>
        <p:nvSpPr>
          <p:cNvPr id="5" name="Resim Yer Tutucusu 5">
            <a:extLst>
              <a:ext uri="{FF2B5EF4-FFF2-40B4-BE49-F238E27FC236}">
                <a16:creationId xmlns:a16="http://schemas.microsoft.com/office/drawing/2014/main" id="{3208086A-8D56-12A6-B33A-1CA0073B7A1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50000" y="299463"/>
            <a:ext cx="3669245" cy="2063950"/>
          </a:xfrm>
        </p:spPr>
        <p:txBody>
          <a:bodyPr/>
          <a:lstStyle/>
          <a:p>
            <a:endParaRPr lang="tr-TR"/>
          </a:p>
        </p:txBody>
      </p:sp>
      <p:sp>
        <p:nvSpPr>
          <p:cNvPr id="9" name="Resim Yer Tutucusu 5">
            <a:extLst>
              <a:ext uri="{FF2B5EF4-FFF2-40B4-BE49-F238E27FC236}">
                <a16:creationId xmlns:a16="http://schemas.microsoft.com/office/drawing/2014/main" id="{846D69F4-2816-B81D-06F3-3E277C1ADF8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50000" y="2628130"/>
            <a:ext cx="3669245" cy="2063950"/>
          </a:xfrm>
        </p:spPr>
        <p:txBody>
          <a:bodyPr/>
          <a:lstStyle/>
          <a:p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52A19EBA-2FC1-C06E-7002-DDF6E50D57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37" b="88415" l="1000" r="95667">
                        <a14:foregroundMark x1="17333" y1="37805" x2="17333" y2="37805"/>
                        <a14:foregroundMark x1="5000" y1="31098" x2="5000" y2="31098"/>
                        <a14:foregroundMark x1="1333" y1="40244" x2="1333" y2="40244"/>
                        <a14:foregroundMark x1="29667" y1="33537" x2="29667" y2="33537"/>
                        <a14:foregroundMark x1="39000" y1="36585" x2="39000" y2="36585"/>
                        <a14:foregroundMark x1="45000" y1="32317" x2="45000" y2="32317"/>
                        <a14:foregroundMark x1="50667" y1="35976" x2="50667" y2="35976"/>
                        <a14:foregroundMark x1="39333" y1="53659" x2="39333" y2="53659"/>
                        <a14:foregroundMark x1="34667" y1="50000" x2="34667" y2="50000"/>
                        <a14:foregroundMark x1="46000" y1="55488" x2="46000" y2="55488"/>
                        <a14:foregroundMark x1="50667" y1="54268" x2="50667" y2="54268"/>
                        <a14:foregroundMark x1="56667" y1="54268" x2="56667" y2="54268"/>
                        <a14:foregroundMark x1="60333" y1="53659" x2="60333" y2="53659"/>
                        <a14:foregroundMark x1="56667" y1="49390" x2="56667" y2="49390"/>
                        <a14:foregroundMark x1="68333" y1="54268" x2="68333" y2="54268"/>
                        <a14:foregroundMark x1="76000" y1="54268" x2="76000" y2="54268"/>
                        <a14:foregroundMark x1="82667" y1="54268" x2="82667" y2="54268"/>
                        <a14:foregroundMark x1="88667" y1="54878" x2="88667" y2="54878"/>
                        <a14:foregroundMark x1="95667" y1="55488" x2="95667" y2="55488"/>
                        <a14:backgroundMark x1="12000" y1="32927" x2="12000" y2="32927"/>
                        <a14:backgroundMark x1="17000" y1="57317" x2="17000" y2="57317"/>
                        <a14:backgroundMark x1="40000" y1="38415" x2="40000" y2="38415"/>
                        <a14:backgroundMark x1="40333" y1="56707" x2="40333" y2="56707"/>
                        <a14:backgroundMark x1="51000" y1="38415" x2="51000" y2="38415"/>
                        <a14:backgroundMark x1="52333" y1="53049" x2="52333" y2="530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11951"/>
            <a:ext cx="1669774" cy="91281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E4DC9866-5DBE-7269-EAD0-34370A3CF1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7" b="32925"/>
          <a:stretch/>
        </p:blipFill>
        <p:spPr>
          <a:xfrm>
            <a:off x="10522226" y="6114447"/>
            <a:ext cx="1669774" cy="55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1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sim Yer Tutucusu 5">
            <a:extLst>
              <a:ext uri="{FF2B5EF4-FFF2-40B4-BE49-F238E27FC236}">
                <a16:creationId xmlns:a16="http://schemas.microsoft.com/office/drawing/2014/main" id="{6384596E-DDF9-CB94-19F1-0F56171856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3874" y="713317"/>
            <a:ext cx="2363965" cy="3934884"/>
          </a:xfrm>
        </p:spPr>
        <p:txBody>
          <a:bodyPr/>
          <a:lstStyle/>
          <a:p>
            <a:endParaRPr lang="tr-TR"/>
          </a:p>
        </p:txBody>
      </p:sp>
      <p:sp>
        <p:nvSpPr>
          <p:cNvPr id="8" name="Resim Yer Tutucusu 5">
            <a:extLst>
              <a:ext uri="{FF2B5EF4-FFF2-40B4-BE49-F238E27FC236}">
                <a16:creationId xmlns:a16="http://schemas.microsoft.com/office/drawing/2014/main" id="{4BEC9388-B901-31A8-133E-D06405189AD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54956" y="713317"/>
            <a:ext cx="2363965" cy="3934884"/>
          </a:xfrm>
        </p:spPr>
        <p:txBody>
          <a:bodyPr/>
          <a:lstStyle/>
          <a:p>
            <a:endParaRPr lang="tr-TR"/>
          </a:p>
        </p:txBody>
      </p:sp>
      <p:sp>
        <p:nvSpPr>
          <p:cNvPr id="9" name="Resim Yer Tutucusu 5">
            <a:extLst>
              <a:ext uri="{FF2B5EF4-FFF2-40B4-BE49-F238E27FC236}">
                <a16:creationId xmlns:a16="http://schemas.microsoft.com/office/drawing/2014/main" id="{D01B891C-C049-3D1F-7CAE-DD822E2C682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94608" y="713317"/>
            <a:ext cx="2363965" cy="3934884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Resim Yer Tutucusu 5">
            <a:extLst>
              <a:ext uri="{FF2B5EF4-FFF2-40B4-BE49-F238E27FC236}">
                <a16:creationId xmlns:a16="http://schemas.microsoft.com/office/drawing/2014/main" id="{0C9C3EFF-953D-14A7-86AC-C61D32D21A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34260" y="713317"/>
            <a:ext cx="2363965" cy="3934884"/>
          </a:xfrm>
        </p:spPr>
        <p:txBody>
          <a:bodyPr/>
          <a:lstStyle/>
          <a:p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D385037D-4FDF-E554-A616-B2675172EC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37" b="88415" l="1000" r="95667">
                        <a14:foregroundMark x1="17333" y1="37805" x2="17333" y2="37805"/>
                        <a14:foregroundMark x1="5000" y1="31098" x2="5000" y2="31098"/>
                        <a14:foregroundMark x1="1333" y1="40244" x2="1333" y2="40244"/>
                        <a14:foregroundMark x1="29667" y1="33537" x2="29667" y2="33537"/>
                        <a14:foregroundMark x1="39000" y1="36585" x2="39000" y2="36585"/>
                        <a14:foregroundMark x1="45000" y1="32317" x2="45000" y2="32317"/>
                        <a14:foregroundMark x1="50667" y1="35976" x2="50667" y2="35976"/>
                        <a14:foregroundMark x1="39333" y1="53659" x2="39333" y2="53659"/>
                        <a14:foregroundMark x1="34667" y1="50000" x2="34667" y2="50000"/>
                        <a14:foregroundMark x1="46000" y1="55488" x2="46000" y2="55488"/>
                        <a14:foregroundMark x1="50667" y1="54268" x2="50667" y2="54268"/>
                        <a14:foregroundMark x1="56667" y1="54268" x2="56667" y2="54268"/>
                        <a14:foregroundMark x1="60333" y1="53659" x2="60333" y2="53659"/>
                        <a14:foregroundMark x1="56667" y1="49390" x2="56667" y2="49390"/>
                        <a14:foregroundMark x1="68333" y1="54268" x2="68333" y2="54268"/>
                        <a14:foregroundMark x1="76000" y1="54268" x2="76000" y2="54268"/>
                        <a14:foregroundMark x1="82667" y1="54268" x2="82667" y2="54268"/>
                        <a14:foregroundMark x1="88667" y1="54878" x2="88667" y2="54878"/>
                        <a14:foregroundMark x1="95667" y1="55488" x2="95667" y2="55488"/>
                        <a14:backgroundMark x1="12000" y1="32927" x2="12000" y2="32927"/>
                        <a14:backgroundMark x1="17000" y1="57317" x2="17000" y2="57317"/>
                        <a14:backgroundMark x1="40000" y1="38415" x2="40000" y2="38415"/>
                        <a14:backgroundMark x1="40333" y1="56707" x2="40333" y2="56707"/>
                        <a14:backgroundMark x1="51000" y1="38415" x2="51000" y2="38415"/>
                        <a14:backgroundMark x1="52333" y1="53049" x2="52333" y2="530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11951"/>
            <a:ext cx="1669774" cy="91281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C5AC6483-3920-5D20-B9F7-054BE2C3D8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7" b="32925"/>
          <a:stretch/>
        </p:blipFill>
        <p:spPr>
          <a:xfrm>
            <a:off x="10522226" y="6114447"/>
            <a:ext cx="1669774" cy="555923"/>
          </a:xfrm>
          <a:prstGeom prst="rect">
            <a:avLst/>
          </a:prstGeom>
        </p:spPr>
      </p:pic>
      <p:sp>
        <p:nvSpPr>
          <p:cNvPr id="15" name="Metin Yer Tutucusu 2">
            <a:extLst>
              <a:ext uri="{FF2B5EF4-FFF2-40B4-BE49-F238E27FC236}">
                <a16:creationId xmlns:a16="http://schemas.microsoft.com/office/drawing/2014/main" id="{1009D6AE-9752-C2B6-13C4-F647F5C8F3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2090" y="4956797"/>
            <a:ext cx="10047819" cy="422068"/>
          </a:xfrm>
        </p:spPr>
        <p:txBody>
          <a:bodyPr/>
          <a:lstStyle>
            <a:lvl4pPr marL="0" indent="0">
              <a:buNone/>
              <a:defRPr/>
            </a:lvl4pPr>
          </a:lstStyle>
          <a:p>
            <a:pPr lvl="3"/>
            <a:r>
              <a:rPr lang="tr-TR" dirty="0"/>
              <a:t>Dördüncü düzey</a:t>
            </a:r>
          </a:p>
        </p:txBody>
      </p:sp>
    </p:spTree>
    <p:extLst>
      <p:ext uri="{BB962C8B-B14F-4D97-AF65-F5344CB8AC3E}">
        <p14:creationId xmlns:p14="http://schemas.microsoft.com/office/powerpoint/2010/main" val="315422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sim Yer Tutucusu 5">
            <a:extLst>
              <a:ext uri="{FF2B5EF4-FFF2-40B4-BE49-F238E27FC236}">
                <a16:creationId xmlns:a16="http://schemas.microsoft.com/office/drawing/2014/main" id="{A35BFFD4-CEBF-6A17-4490-0A7D70F768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8484" y="556455"/>
            <a:ext cx="3524075" cy="4233333"/>
          </a:xfrm>
        </p:spPr>
        <p:txBody>
          <a:bodyPr/>
          <a:lstStyle/>
          <a:p>
            <a:endParaRPr lang="tr-TR"/>
          </a:p>
        </p:txBody>
      </p:sp>
      <p:sp>
        <p:nvSpPr>
          <p:cNvPr id="4" name="Resim Yer Tutucusu 5">
            <a:extLst>
              <a:ext uri="{FF2B5EF4-FFF2-40B4-BE49-F238E27FC236}">
                <a16:creationId xmlns:a16="http://schemas.microsoft.com/office/drawing/2014/main" id="{EC6A742F-850B-8CB7-4C8D-195D105BB9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03018" y="556455"/>
            <a:ext cx="3524075" cy="4233333"/>
          </a:xfrm>
        </p:spPr>
        <p:txBody>
          <a:bodyPr/>
          <a:lstStyle/>
          <a:p>
            <a:endParaRPr lang="tr-TR"/>
          </a:p>
        </p:txBody>
      </p:sp>
      <p:sp>
        <p:nvSpPr>
          <p:cNvPr id="7" name="Resim Yer Tutucusu 5">
            <a:extLst>
              <a:ext uri="{FF2B5EF4-FFF2-40B4-BE49-F238E27FC236}">
                <a16:creationId xmlns:a16="http://schemas.microsoft.com/office/drawing/2014/main" id="{7A2F04B4-CD05-F2EE-DF70-5BD26840DF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77552" y="556455"/>
            <a:ext cx="3524075" cy="4233333"/>
          </a:xfrm>
        </p:spPr>
        <p:txBody>
          <a:bodyPr/>
          <a:lstStyle/>
          <a:p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08A178A6-A6A0-9E7D-262D-31BC84E081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37" b="88415" l="1000" r="95667">
                        <a14:foregroundMark x1="17333" y1="37805" x2="17333" y2="37805"/>
                        <a14:foregroundMark x1="5000" y1="31098" x2="5000" y2="31098"/>
                        <a14:foregroundMark x1="1333" y1="40244" x2="1333" y2="40244"/>
                        <a14:foregroundMark x1="29667" y1="33537" x2="29667" y2="33537"/>
                        <a14:foregroundMark x1="39000" y1="36585" x2="39000" y2="36585"/>
                        <a14:foregroundMark x1="45000" y1="32317" x2="45000" y2="32317"/>
                        <a14:foregroundMark x1="50667" y1="35976" x2="50667" y2="35976"/>
                        <a14:foregroundMark x1="39333" y1="53659" x2="39333" y2="53659"/>
                        <a14:foregroundMark x1="34667" y1="50000" x2="34667" y2="50000"/>
                        <a14:foregroundMark x1="46000" y1="55488" x2="46000" y2="55488"/>
                        <a14:foregroundMark x1="50667" y1="54268" x2="50667" y2="54268"/>
                        <a14:foregroundMark x1="56667" y1="54268" x2="56667" y2="54268"/>
                        <a14:foregroundMark x1="60333" y1="53659" x2="60333" y2="53659"/>
                        <a14:foregroundMark x1="56667" y1="49390" x2="56667" y2="49390"/>
                        <a14:foregroundMark x1="68333" y1="54268" x2="68333" y2="54268"/>
                        <a14:foregroundMark x1="76000" y1="54268" x2="76000" y2="54268"/>
                        <a14:foregroundMark x1="82667" y1="54268" x2="82667" y2="54268"/>
                        <a14:foregroundMark x1="88667" y1="54878" x2="88667" y2="54878"/>
                        <a14:foregroundMark x1="95667" y1="55488" x2="95667" y2="55488"/>
                        <a14:backgroundMark x1="12000" y1="32927" x2="12000" y2="32927"/>
                        <a14:backgroundMark x1="17000" y1="57317" x2="17000" y2="57317"/>
                        <a14:backgroundMark x1="40000" y1="38415" x2="40000" y2="38415"/>
                        <a14:backgroundMark x1="40333" y1="56707" x2="40333" y2="56707"/>
                        <a14:backgroundMark x1="51000" y1="38415" x2="51000" y2="38415"/>
                        <a14:backgroundMark x1="52333" y1="53049" x2="52333" y2="530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11951"/>
            <a:ext cx="1669774" cy="91281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6D595E9B-0B43-99BC-3B35-54C70C82C5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7" b="32925"/>
          <a:stretch/>
        </p:blipFill>
        <p:spPr>
          <a:xfrm>
            <a:off x="10522226" y="6114447"/>
            <a:ext cx="1669774" cy="555923"/>
          </a:xfrm>
          <a:prstGeom prst="rect">
            <a:avLst/>
          </a:prstGeom>
        </p:spPr>
      </p:pic>
      <p:sp>
        <p:nvSpPr>
          <p:cNvPr id="14" name="Metin Yer Tutucusu 2">
            <a:extLst>
              <a:ext uri="{FF2B5EF4-FFF2-40B4-BE49-F238E27FC236}">
                <a16:creationId xmlns:a16="http://schemas.microsoft.com/office/drawing/2014/main" id="{CD06E364-DD18-ADB3-65A0-B00F63C866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2090" y="5090652"/>
            <a:ext cx="10047819" cy="422068"/>
          </a:xfrm>
        </p:spPr>
        <p:txBody>
          <a:bodyPr/>
          <a:lstStyle>
            <a:lvl4pPr marL="0" indent="0">
              <a:buNone/>
              <a:defRPr/>
            </a:lvl4pPr>
          </a:lstStyle>
          <a:p>
            <a:pPr lvl="3"/>
            <a:r>
              <a:rPr lang="tr-TR" dirty="0"/>
              <a:t>Dördüncü düzey</a:t>
            </a:r>
          </a:p>
        </p:txBody>
      </p:sp>
    </p:spTree>
    <p:extLst>
      <p:ext uri="{BB962C8B-B14F-4D97-AF65-F5344CB8AC3E}">
        <p14:creationId xmlns:p14="http://schemas.microsoft.com/office/powerpoint/2010/main" val="380030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sim Yer Tutucusu 5">
            <a:extLst>
              <a:ext uri="{FF2B5EF4-FFF2-40B4-BE49-F238E27FC236}">
                <a16:creationId xmlns:a16="http://schemas.microsoft.com/office/drawing/2014/main" id="{A35BFFD4-CEBF-6A17-4490-0A7D70F768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53732" y="481012"/>
            <a:ext cx="2357967" cy="3963988"/>
          </a:xfrm>
        </p:spPr>
        <p:txBody>
          <a:bodyPr/>
          <a:lstStyle/>
          <a:p>
            <a:endParaRPr lang="tr-TR"/>
          </a:p>
        </p:txBody>
      </p:sp>
      <p:sp>
        <p:nvSpPr>
          <p:cNvPr id="7" name="Resim Yer Tutucusu 5">
            <a:extLst>
              <a:ext uri="{FF2B5EF4-FFF2-40B4-BE49-F238E27FC236}">
                <a16:creationId xmlns:a16="http://schemas.microsoft.com/office/drawing/2014/main" id="{FB43D71C-3CE4-874B-A008-9A29F2C94B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17016" y="481012"/>
            <a:ext cx="2357967" cy="3963988"/>
          </a:xfrm>
        </p:spPr>
        <p:txBody>
          <a:bodyPr/>
          <a:lstStyle/>
          <a:p>
            <a:endParaRPr lang="tr-TR"/>
          </a:p>
        </p:txBody>
      </p:sp>
      <p:sp>
        <p:nvSpPr>
          <p:cNvPr id="8" name="Resim Yer Tutucusu 5">
            <a:extLst>
              <a:ext uri="{FF2B5EF4-FFF2-40B4-BE49-F238E27FC236}">
                <a16:creationId xmlns:a16="http://schemas.microsoft.com/office/drawing/2014/main" id="{8EB32DC0-9FFD-F562-606D-D44CF7FDE2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80300" y="481012"/>
            <a:ext cx="2357967" cy="3963988"/>
          </a:xfrm>
        </p:spPr>
        <p:txBody>
          <a:bodyPr/>
          <a:lstStyle/>
          <a:p>
            <a:endParaRPr lang="tr-TR"/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6726DB29-EBA1-073F-52CA-0FFCA55F5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37" b="88415" l="1000" r="95667">
                        <a14:foregroundMark x1="17333" y1="37805" x2="17333" y2="37805"/>
                        <a14:foregroundMark x1="5000" y1="31098" x2="5000" y2="31098"/>
                        <a14:foregroundMark x1="1333" y1="40244" x2="1333" y2="40244"/>
                        <a14:foregroundMark x1="29667" y1="33537" x2="29667" y2="33537"/>
                        <a14:foregroundMark x1="39000" y1="36585" x2="39000" y2="36585"/>
                        <a14:foregroundMark x1="45000" y1="32317" x2="45000" y2="32317"/>
                        <a14:foregroundMark x1="50667" y1="35976" x2="50667" y2="35976"/>
                        <a14:foregroundMark x1="39333" y1="53659" x2="39333" y2="53659"/>
                        <a14:foregroundMark x1="34667" y1="50000" x2="34667" y2="50000"/>
                        <a14:foregroundMark x1="46000" y1="55488" x2="46000" y2="55488"/>
                        <a14:foregroundMark x1="50667" y1="54268" x2="50667" y2="54268"/>
                        <a14:foregroundMark x1="56667" y1="54268" x2="56667" y2="54268"/>
                        <a14:foregroundMark x1="60333" y1="53659" x2="60333" y2="53659"/>
                        <a14:foregroundMark x1="56667" y1="49390" x2="56667" y2="49390"/>
                        <a14:foregroundMark x1="68333" y1="54268" x2="68333" y2="54268"/>
                        <a14:foregroundMark x1="76000" y1="54268" x2="76000" y2="54268"/>
                        <a14:foregroundMark x1="82667" y1="54268" x2="82667" y2="54268"/>
                        <a14:foregroundMark x1="88667" y1="54878" x2="88667" y2="54878"/>
                        <a14:foregroundMark x1="95667" y1="55488" x2="95667" y2="55488"/>
                        <a14:backgroundMark x1="12000" y1="32927" x2="12000" y2="32927"/>
                        <a14:backgroundMark x1="17000" y1="57317" x2="17000" y2="57317"/>
                        <a14:backgroundMark x1="40000" y1="38415" x2="40000" y2="38415"/>
                        <a14:backgroundMark x1="40333" y1="56707" x2="40333" y2="56707"/>
                        <a14:backgroundMark x1="51000" y1="38415" x2="51000" y2="38415"/>
                        <a14:backgroundMark x1="52333" y1="53049" x2="52333" y2="530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11951"/>
            <a:ext cx="1669774" cy="912810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37686FC3-3B17-78FC-1A8C-6B43425041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7" b="32925"/>
          <a:stretch/>
        </p:blipFill>
        <p:spPr>
          <a:xfrm>
            <a:off x="10522226" y="6114447"/>
            <a:ext cx="1669774" cy="555923"/>
          </a:xfrm>
          <a:prstGeom prst="rect">
            <a:avLst/>
          </a:prstGeom>
        </p:spPr>
      </p:pic>
      <p:sp>
        <p:nvSpPr>
          <p:cNvPr id="9" name="Metin Yer Tutucusu 2">
            <a:extLst>
              <a:ext uri="{FF2B5EF4-FFF2-40B4-BE49-F238E27FC236}">
                <a16:creationId xmlns:a16="http://schemas.microsoft.com/office/drawing/2014/main" id="{3E040570-6D05-50A4-3D8E-3FDF54CCD3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2090" y="4956797"/>
            <a:ext cx="10047819" cy="422068"/>
          </a:xfrm>
        </p:spPr>
        <p:txBody>
          <a:bodyPr/>
          <a:lstStyle>
            <a:lvl4pPr marL="0" indent="0">
              <a:buNone/>
              <a:defRPr/>
            </a:lvl4pPr>
          </a:lstStyle>
          <a:p>
            <a:pPr lvl="3"/>
            <a:r>
              <a:rPr lang="tr-TR" dirty="0"/>
              <a:t>Dördüncü düzey</a:t>
            </a:r>
          </a:p>
        </p:txBody>
      </p:sp>
    </p:spTree>
    <p:extLst>
      <p:ext uri="{BB962C8B-B14F-4D97-AF65-F5344CB8AC3E}">
        <p14:creationId xmlns:p14="http://schemas.microsoft.com/office/powerpoint/2010/main" val="59582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sim Yer Tutucusu 5">
            <a:extLst>
              <a:ext uri="{FF2B5EF4-FFF2-40B4-BE49-F238E27FC236}">
                <a16:creationId xmlns:a16="http://schemas.microsoft.com/office/drawing/2014/main" id="{A35BFFD4-CEBF-6A17-4490-0A7D70F768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45756" y="422274"/>
            <a:ext cx="4050244" cy="4224250"/>
          </a:xfrm>
        </p:spPr>
        <p:txBody>
          <a:bodyPr/>
          <a:lstStyle/>
          <a:p>
            <a:endParaRPr lang="tr-TR"/>
          </a:p>
        </p:txBody>
      </p:sp>
      <p:sp>
        <p:nvSpPr>
          <p:cNvPr id="2" name="Resim Yer Tutucusu 5">
            <a:extLst>
              <a:ext uri="{FF2B5EF4-FFF2-40B4-BE49-F238E27FC236}">
                <a16:creationId xmlns:a16="http://schemas.microsoft.com/office/drawing/2014/main" id="{1E2C1CEF-8AF7-683A-E210-6F67B94BEA1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6715" y="422274"/>
            <a:ext cx="4050244" cy="4224250"/>
          </a:xfrm>
        </p:spPr>
        <p:txBody>
          <a:bodyPr/>
          <a:lstStyle/>
          <a:p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F8426B2-6265-612E-511E-A2DD7BB3EF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37" b="88415" l="1000" r="95667">
                        <a14:foregroundMark x1="17333" y1="37805" x2="17333" y2="37805"/>
                        <a14:foregroundMark x1="5000" y1="31098" x2="5000" y2="31098"/>
                        <a14:foregroundMark x1="1333" y1="40244" x2="1333" y2="40244"/>
                        <a14:foregroundMark x1="29667" y1="33537" x2="29667" y2="33537"/>
                        <a14:foregroundMark x1="39000" y1="36585" x2="39000" y2="36585"/>
                        <a14:foregroundMark x1="45000" y1="32317" x2="45000" y2="32317"/>
                        <a14:foregroundMark x1="50667" y1="35976" x2="50667" y2="35976"/>
                        <a14:foregroundMark x1="39333" y1="53659" x2="39333" y2="53659"/>
                        <a14:foregroundMark x1="34667" y1="50000" x2="34667" y2="50000"/>
                        <a14:foregroundMark x1="46000" y1="55488" x2="46000" y2="55488"/>
                        <a14:foregroundMark x1="50667" y1="54268" x2="50667" y2="54268"/>
                        <a14:foregroundMark x1="56667" y1="54268" x2="56667" y2="54268"/>
                        <a14:foregroundMark x1="60333" y1="53659" x2="60333" y2="53659"/>
                        <a14:foregroundMark x1="56667" y1="49390" x2="56667" y2="49390"/>
                        <a14:foregroundMark x1="68333" y1="54268" x2="68333" y2="54268"/>
                        <a14:foregroundMark x1="76000" y1="54268" x2="76000" y2="54268"/>
                        <a14:foregroundMark x1="82667" y1="54268" x2="82667" y2="54268"/>
                        <a14:foregroundMark x1="88667" y1="54878" x2="88667" y2="54878"/>
                        <a14:foregroundMark x1="95667" y1="55488" x2="95667" y2="55488"/>
                        <a14:backgroundMark x1="12000" y1="32927" x2="12000" y2="32927"/>
                        <a14:backgroundMark x1="17000" y1="57317" x2="17000" y2="57317"/>
                        <a14:backgroundMark x1="40000" y1="38415" x2="40000" y2="38415"/>
                        <a14:backgroundMark x1="40333" y1="56707" x2="40333" y2="56707"/>
                        <a14:backgroundMark x1="51000" y1="38415" x2="51000" y2="38415"/>
                        <a14:backgroundMark x1="52333" y1="53049" x2="52333" y2="530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11951"/>
            <a:ext cx="1669774" cy="91281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950301CA-614D-EDAC-2023-F672A57D48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7" b="32925"/>
          <a:stretch/>
        </p:blipFill>
        <p:spPr>
          <a:xfrm>
            <a:off x="10522226" y="6114447"/>
            <a:ext cx="1669774" cy="555923"/>
          </a:xfrm>
          <a:prstGeom prst="rect">
            <a:avLst/>
          </a:prstGeom>
        </p:spPr>
      </p:pic>
      <p:sp>
        <p:nvSpPr>
          <p:cNvPr id="7" name="Metin Yer Tutucusu 2">
            <a:extLst>
              <a:ext uri="{FF2B5EF4-FFF2-40B4-BE49-F238E27FC236}">
                <a16:creationId xmlns:a16="http://schemas.microsoft.com/office/drawing/2014/main" id="{A44B2780-B5D9-8582-5F4C-0BDF0AC55D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2090" y="4994897"/>
            <a:ext cx="10047819" cy="422068"/>
          </a:xfrm>
        </p:spPr>
        <p:txBody>
          <a:bodyPr/>
          <a:lstStyle>
            <a:lvl4pPr marL="0" indent="0">
              <a:buNone/>
              <a:defRPr/>
            </a:lvl4pPr>
          </a:lstStyle>
          <a:p>
            <a:pPr lvl="3"/>
            <a:r>
              <a:rPr lang="tr-TR" dirty="0"/>
              <a:t>Dördüncü düzey</a:t>
            </a:r>
          </a:p>
        </p:txBody>
      </p:sp>
    </p:spTree>
    <p:extLst>
      <p:ext uri="{BB962C8B-B14F-4D97-AF65-F5344CB8AC3E}">
        <p14:creationId xmlns:p14="http://schemas.microsoft.com/office/powerpoint/2010/main" val="84389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D9ED8363-C76D-9B9F-71B1-8D50ED5760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45154" y="367470"/>
            <a:ext cx="9301692" cy="4634895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481B7735-9313-79E2-7F7B-89C6BE618F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4118" y="5139306"/>
            <a:ext cx="9783763" cy="809625"/>
          </a:xfrm>
        </p:spPr>
        <p:txBody>
          <a:bodyPr/>
          <a:lstStyle>
            <a:lvl4pPr marL="0" indent="0">
              <a:defRPr/>
            </a:lvl4pPr>
          </a:lstStyle>
          <a:p>
            <a:pPr lvl="3"/>
            <a:r>
              <a:rPr lang="tr-TR" dirty="0"/>
              <a:t>Dördüncü düzey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93E76FC0-4275-F6A1-636E-69773965AC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37" b="88415" l="1000" r="95667">
                        <a14:foregroundMark x1="17333" y1="37805" x2="17333" y2="37805"/>
                        <a14:foregroundMark x1="5000" y1="31098" x2="5000" y2="31098"/>
                        <a14:foregroundMark x1="1333" y1="40244" x2="1333" y2="40244"/>
                        <a14:foregroundMark x1="29667" y1="33537" x2="29667" y2="33537"/>
                        <a14:foregroundMark x1="39000" y1="36585" x2="39000" y2="36585"/>
                        <a14:foregroundMark x1="45000" y1="32317" x2="45000" y2="32317"/>
                        <a14:foregroundMark x1="50667" y1="35976" x2="50667" y2="35976"/>
                        <a14:foregroundMark x1="39333" y1="53659" x2="39333" y2="53659"/>
                        <a14:foregroundMark x1="34667" y1="50000" x2="34667" y2="50000"/>
                        <a14:foregroundMark x1="46000" y1="55488" x2="46000" y2="55488"/>
                        <a14:foregroundMark x1="50667" y1="54268" x2="50667" y2="54268"/>
                        <a14:foregroundMark x1="56667" y1="54268" x2="56667" y2="54268"/>
                        <a14:foregroundMark x1="60333" y1="53659" x2="60333" y2="53659"/>
                        <a14:foregroundMark x1="56667" y1="49390" x2="56667" y2="49390"/>
                        <a14:foregroundMark x1="68333" y1="54268" x2="68333" y2="54268"/>
                        <a14:foregroundMark x1="76000" y1="54268" x2="76000" y2="54268"/>
                        <a14:foregroundMark x1="82667" y1="54268" x2="82667" y2="54268"/>
                        <a14:foregroundMark x1="88667" y1="54878" x2="88667" y2="54878"/>
                        <a14:foregroundMark x1="95667" y1="55488" x2="95667" y2="55488"/>
                        <a14:backgroundMark x1="12000" y1="32927" x2="12000" y2="32927"/>
                        <a14:backgroundMark x1="17000" y1="57317" x2="17000" y2="57317"/>
                        <a14:backgroundMark x1="40000" y1="38415" x2="40000" y2="38415"/>
                        <a14:backgroundMark x1="40333" y1="56707" x2="40333" y2="56707"/>
                        <a14:backgroundMark x1="51000" y1="38415" x2="51000" y2="38415"/>
                        <a14:backgroundMark x1="52333" y1="53049" x2="52333" y2="530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11951"/>
            <a:ext cx="1669774" cy="91281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A8FC1285-6A7B-9F68-CF4B-0A2E89618A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7" b="32925"/>
          <a:stretch/>
        </p:blipFill>
        <p:spPr>
          <a:xfrm>
            <a:off x="10522226" y="6114447"/>
            <a:ext cx="1669774" cy="55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5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EF8B71-3BD0-1076-7C89-72A26B534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45671E1-0C60-6435-5631-D68092279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F2E70BC-D2CD-8CFA-87F3-2E2E6DE6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8FAC84-690C-6B72-A57F-151CF6E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DA511AA-17FA-773E-CF7B-CE1EC099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05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DC5329-933C-6765-49D6-8D93E177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0FA4231-13A1-7D00-1159-B37FD746C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2FE75A0-065F-882B-E899-AAE3477A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5309286-0AEF-418F-42FD-CB3DB557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BE8ED5-DAF8-D21D-8146-D73F8B55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1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D5C329-1FA4-472E-933B-4CC694BA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33E48A9-B914-DC94-CE78-937D64CF3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D75438D-3BBC-B647-08B8-BFA07B853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293B260-87B6-B607-D429-AFD29324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500065C-DED4-10C6-2D5A-94FDE2CC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7780639-EC6F-D2E1-3A09-D6A27A8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577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75A291-E491-DD9E-8A55-574D90BC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813FB15-49D5-FBCF-79F7-767E3B74C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C39E8C3-82B3-8318-C69B-687909E75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8072BC0D-AB01-6C6A-2FA7-6FA478B1D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6971EEB-10F9-B688-956B-A720D2CF4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48B2E38-5264-11E6-1E49-B930DD23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1811627-A3BE-0F11-8F7A-8830150A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B9C5367-4E95-2279-AAB2-F24D2CD9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5687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D4547C-7983-670F-FAEB-1F7D612AD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01D0A86-ADE8-DF44-4E50-56AA475C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50B06B8-87F3-C004-8BCE-CA99C7E4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C3411DA-A5AE-1094-FEFF-A0515D09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1858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56247C-0E44-267B-C173-03B1495D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73E0C54-A2F5-E03D-E4C3-18418F6C2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7B3510A-57FD-A0CF-B7FC-3C96B2718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03CA26F-4402-95F7-625C-89B7065C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1A65835-2DFE-7A0E-7CD9-2EB6815B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5D225C4-2774-1D70-2B12-13F52895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1605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0DDBEA-9C9C-DE71-9EBF-15DE741D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59B98C-2D74-788C-5807-31124F7BA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5BE742A-DA62-086C-5A5C-05A0839F5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10C11BD-95FB-B165-894C-3DF0208C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BD11A4E-F8AF-9926-1ABB-6634A4E0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3A1E976-4617-0F5B-1553-7B14A5C6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0489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AE06EA-0A03-BCEB-0A5E-C4402E0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A34478A-C55A-BB10-6D58-100F4DDED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EE98435-0CCA-C195-8BB0-A30377C1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A17E326-B33A-E079-7EBD-D85277CF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03277EB-82A0-C708-FF17-5BFB4FB4C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1285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629EE10-EF7E-C720-D0C3-40629D19D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132E3E0-D948-2050-F90B-84B35E8E9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E480320-6559-D8A1-752B-C85D537A7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E05684D-9CBB-5BDF-2E82-38C25B9E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1907695-C34B-8DD0-2EFF-9ADF7E04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22503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alphaModFix amt="1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09F246D-50B8-B576-2B48-6A9C6297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B5E613E-DD98-7252-4B85-D3FF7B423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7638DD5-58A3-AD70-F010-80B81DC0B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6A64F-A4F9-4D07-AD0D-0C81F4572EDD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C95BE2E-2A9A-91D7-635C-BE3EFC2E5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9336ECE-46F2-98A9-E786-343C48F6B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D29DB-A3E9-46CD-9A77-96C9D2E023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387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7" r:id="rId2"/>
    <p:sldLayoutId id="2147483686" r:id="rId3"/>
    <p:sldLayoutId id="2147483684" r:id="rId4"/>
    <p:sldLayoutId id="2147483685" r:id="rId5"/>
    <p:sldLayoutId id="2147483674" r:id="rId6"/>
    <p:sldLayoutId id="2147483673" r:id="rId7"/>
    <p:sldLayoutId id="2147483675" r:id="rId8"/>
    <p:sldLayoutId id="2147483676" r:id="rId9"/>
    <p:sldLayoutId id="2147483677" r:id="rId10"/>
    <p:sldLayoutId id="2147483678" r:id="rId11"/>
    <p:sldLayoutId id="2147483680" r:id="rId12"/>
    <p:sldLayoutId id="2147483681" r:id="rId13"/>
    <p:sldLayoutId id="2147483682" r:id="rId14"/>
    <p:sldLayoutId id="21474836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C1D48-FF3C-457A-432E-1BBC9335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şlık 1">
            <a:extLst>
              <a:ext uri="{FF2B5EF4-FFF2-40B4-BE49-F238E27FC236}">
                <a16:creationId xmlns:a16="http://schemas.microsoft.com/office/drawing/2014/main" id="{077143E0-DE95-BD39-3E7D-540DA4DC54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19105" y="5360340"/>
            <a:ext cx="2728755" cy="935355"/>
          </a:xfrm>
        </p:spPr>
        <p:txBody>
          <a:bodyPr>
            <a:normAutofit/>
          </a:bodyPr>
          <a:lstStyle/>
          <a:p>
            <a:r>
              <a:rPr lang="tr-TR" sz="4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Temizlik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8DBE5CF-5039-C550-637F-814319D14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4" r="19066" b="17129"/>
          <a:stretch>
            <a:fillRect/>
          </a:stretch>
        </p:blipFill>
        <p:spPr>
          <a:xfrm>
            <a:off x="-168226" y="0"/>
            <a:ext cx="10057814" cy="542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2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1B28-5AA7-7088-2BA4-DB04F47C4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şlık 14">
            <a:extLst>
              <a:ext uri="{FF2B5EF4-FFF2-40B4-BE49-F238E27FC236}">
                <a16:creationId xmlns:a16="http://schemas.microsoft.com/office/drawing/2014/main" id="{9B1BA5EC-ABBF-85A9-D23C-D9903CAF6A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31496" y="-2946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sz="2800" b="1" dirty="0">
                <a:latin typeface="+mn-lt"/>
              </a:rPr>
              <a:t>Temizlik personel sayısı ve vardiya dağılımı</a:t>
            </a:r>
          </a:p>
        </p:txBody>
      </p:sp>
      <p:graphicFrame>
        <p:nvGraphicFramePr>
          <p:cNvPr id="2" name="Tablo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651474"/>
              </p:ext>
            </p:extLst>
          </p:nvPr>
        </p:nvGraphicFramePr>
        <p:xfrm>
          <a:off x="730399" y="712180"/>
          <a:ext cx="10917793" cy="1485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560">
                  <a:extLst>
                    <a:ext uri="{9D8B030D-6E8A-4147-A177-3AD203B41FA5}">
                      <a16:colId xmlns:a16="http://schemas.microsoft.com/office/drawing/2014/main" val="1766429233"/>
                    </a:ext>
                  </a:extLst>
                </a:gridCol>
                <a:gridCol w="1339088">
                  <a:extLst>
                    <a:ext uri="{9D8B030D-6E8A-4147-A177-3AD203B41FA5}">
                      <a16:colId xmlns:a16="http://schemas.microsoft.com/office/drawing/2014/main" val="163011297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4983343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7475607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02613695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7103348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48462061"/>
                    </a:ext>
                  </a:extLst>
                </a:gridCol>
              </a:tblGrid>
              <a:tr h="611272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Proje Müdürü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Ekip</a:t>
                      </a:r>
                      <a:r>
                        <a:rPr lang="tr-TR" baseline="0" dirty="0"/>
                        <a:t> Şefi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Makineci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Camcı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Personel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Toplam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023429"/>
                  </a:ext>
                </a:extLst>
              </a:tr>
              <a:tr h="349298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Fiili</a:t>
                      </a:r>
                      <a:r>
                        <a:rPr lang="tr-TR" baseline="0" dirty="0"/>
                        <a:t> Kadro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509856"/>
                  </a:ext>
                </a:extLst>
              </a:tr>
              <a:tr h="480142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Gerçekleşen</a:t>
                      </a:r>
                      <a:r>
                        <a:rPr lang="tr-TR" baseline="0" dirty="0"/>
                        <a:t> Kadro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21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027065"/>
                  </a:ext>
                </a:extLst>
              </a:tr>
            </a:tbl>
          </a:graphicData>
        </a:graphic>
      </p:graphicFrame>
      <p:graphicFrame>
        <p:nvGraphicFramePr>
          <p:cNvPr id="3" name="Tablo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230777"/>
              </p:ext>
            </p:extLst>
          </p:nvPr>
        </p:nvGraphicFramePr>
        <p:xfrm>
          <a:off x="730399" y="2413439"/>
          <a:ext cx="10917790" cy="35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896">
                  <a:extLst>
                    <a:ext uri="{9D8B030D-6E8A-4147-A177-3AD203B41FA5}">
                      <a16:colId xmlns:a16="http://schemas.microsoft.com/office/drawing/2014/main" val="1591202985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580889300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930705974"/>
                    </a:ext>
                  </a:extLst>
                </a:gridCol>
                <a:gridCol w="2001520">
                  <a:extLst>
                    <a:ext uri="{9D8B030D-6E8A-4147-A177-3AD203B41FA5}">
                      <a16:colId xmlns:a16="http://schemas.microsoft.com/office/drawing/2014/main" val="3190686346"/>
                    </a:ext>
                  </a:extLst>
                </a:gridCol>
                <a:gridCol w="3000174">
                  <a:extLst>
                    <a:ext uri="{9D8B030D-6E8A-4147-A177-3AD203B41FA5}">
                      <a16:colId xmlns:a16="http://schemas.microsoft.com/office/drawing/2014/main" val="3856439547"/>
                    </a:ext>
                  </a:extLst>
                </a:gridCol>
              </a:tblGrid>
              <a:tr h="497080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Proje</a:t>
                      </a:r>
                      <a:r>
                        <a:rPr lang="tr-TR" baseline="0" dirty="0"/>
                        <a:t> Müdürü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Ekip</a:t>
                      </a:r>
                      <a:r>
                        <a:rPr lang="tr-TR" baseline="0" dirty="0"/>
                        <a:t> Şefi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Temizlik Personeli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Toplam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522241"/>
                  </a:ext>
                </a:extLst>
              </a:tr>
              <a:tr h="497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dirty="0"/>
                        <a:t>1.Vardiya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397901"/>
                  </a:ext>
                </a:extLst>
              </a:tr>
              <a:tr h="530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dirty="0"/>
                        <a:t>1.Vardiya</a:t>
                      </a:r>
                      <a:r>
                        <a:rPr lang="tr-TR" baseline="0" dirty="0"/>
                        <a:t> Gerçekleşen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578703"/>
                  </a:ext>
                </a:extLst>
              </a:tr>
              <a:tr h="497080">
                <a:tc>
                  <a:txBody>
                    <a:bodyPr/>
                    <a:lstStyle/>
                    <a:p>
                      <a:r>
                        <a:rPr lang="tr-TR" dirty="0"/>
                        <a:t>2.Vardiya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373337"/>
                  </a:ext>
                </a:extLst>
              </a:tr>
              <a:tr h="497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dirty="0"/>
                        <a:t>2.Vardiya</a:t>
                      </a:r>
                      <a:r>
                        <a:rPr lang="tr-TR" baseline="0" dirty="0"/>
                        <a:t> Gerçekleşen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500698"/>
                  </a:ext>
                </a:extLst>
              </a:tr>
              <a:tr h="497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dirty="0"/>
                        <a:t>3.Vardiya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113607"/>
                  </a:ext>
                </a:extLst>
              </a:tr>
              <a:tr h="497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dirty="0"/>
                        <a:t>3.Vardiya</a:t>
                      </a:r>
                      <a:r>
                        <a:rPr lang="tr-TR" baseline="0" dirty="0"/>
                        <a:t> Gerçekleşen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598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22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743580"/>
              </p:ext>
            </p:extLst>
          </p:nvPr>
        </p:nvGraphicFramePr>
        <p:xfrm>
          <a:off x="883827" y="735344"/>
          <a:ext cx="10680203" cy="507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387">
                  <a:extLst>
                    <a:ext uri="{9D8B030D-6E8A-4147-A177-3AD203B41FA5}">
                      <a16:colId xmlns:a16="http://schemas.microsoft.com/office/drawing/2014/main" val="2154321480"/>
                    </a:ext>
                  </a:extLst>
                </a:gridCol>
                <a:gridCol w="2726605">
                  <a:extLst>
                    <a:ext uri="{9D8B030D-6E8A-4147-A177-3AD203B41FA5}">
                      <a16:colId xmlns:a16="http://schemas.microsoft.com/office/drawing/2014/main" val="266627867"/>
                    </a:ext>
                  </a:extLst>
                </a:gridCol>
                <a:gridCol w="1308802">
                  <a:extLst>
                    <a:ext uri="{9D8B030D-6E8A-4147-A177-3AD203B41FA5}">
                      <a16:colId xmlns:a16="http://schemas.microsoft.com/office/drawing/2014/main" val="2592648376"/>
                    </a:ext>
                  </a:extLst>
                </a:gridCol>
                <a:gridCol w="3589157">
                  <a:extLst>
                    <a:ext uri="{9D8B030D-6E8A-4147-A177-3AD203B41FA5}">
                      <a16:colId xmlns:a16="http://schemas.microsoft.com/office/drawing/2014/main" val="3055322356"/>
                    </a:ext>
                  </a:extLst>
                </a:gridCol>
                <a:gridCol w="2343252">
                  <a:extLst>
                    <a:ext uri="{9D8B030D-6E8A-4147-A177-3AD203B41FA5}">
                      <a16:colId xmlns:a16="http://schemas.microsoft.com/office/drawing/2014/main" val="880705031"/>
                    </a:ext>
                  </a:extLst>
                </a:gridCol>
              </a:tblGrid>
              <a:tr h="364599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SIRA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MARKA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MODEL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MAKİNA ÖZELLİĞİ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DURUM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00803208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BİNİCİLİ YIKAMA MAKİNESİ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11501725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TASKİ-1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BİNİCİLİ YIKAMA MAKİNESİ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ARIZALI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5440371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TASKİ-2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BİNİCİLİ YIKAMA MAKİNESİ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07975067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İTİCİLİ YIKAMA MAKİNESİ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5281495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TASKİ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ISLAK VAKUM</a:t>
                      </a:r>
                      <a:endParaRPr lang="tr-T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ARIZALI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9102487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ISLAK VAKUM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9882676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TASKİ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CİLA MAKİNESİ (ROTA)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98999671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VENTO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KURU VAKUM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28254374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VENTO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KURU VAKUM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AKTİF</a:t>
                      </a:r>
                      <a:endParaRPr kumimoji="0" lang="tr-T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3946658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VENTO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KURU VAKUM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2827986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İKRA MOGATEC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BSF 5355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KAR KÜREME MAKİNESİ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40178201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HAKO MONITOR 82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OTOPARK YIKAMA MAKİNASI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9338138"/>
                  </a:ext>
                </a:extLst>
              </a:tr>
              <a:tr h="362117"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KAERCHER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BASINÇLI YIKAMA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r-T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AKTİF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73790473"/>
                  </a:ext>
                </a:extLst>
              </a:tr>
            </a:tbl>
          </a:graphicData>
        </a:graphic>
      </p:graphicFrame>
      <p:sp>
        <p:nvSpPr>
          <p:cNvPr id="6" name="İçerik Yer Tutucusu 2"/>
          <p:cNvSpPr>
            <a:spLocks noGrp="1"/>
          </p:cNvSpPr>
          <p:nvPr>
            <p:ph idx="4294967295"/>
          </p:nvPr>
        </p:nvSpPr>
        <p:spPr>
          <a:xfrm>
            <a:off x="627969" y="335583"/>
            <a:ext cx="10214801" cy="534790"/>
          </a:xfrm>
        </p:spPr>
        <p:txBody>
          <a:bodyPr>
            <a:normAutofit/>
          </a:bodyPr>
          <a:lstStyle/>
          <a:p>
            <a:r>
              <a:rPr lang="tr-TR" sz="2000" dirty="0"/>
              <a:t>Makine parkurunda bulunan demirbaşlarımıza ve durumlarına ait liste:</a:t>
            </a:r>
          </a:p>
        </p:txBody>
      </p:sp>
    </p:spTree>
    <p:extLst>
      <p:ext uri="{BB962C8B-B14F-4D97-AF65-F5344CB8AC3E}">
        <p14:creationId xmlns:p14="http://schemas.microsoft.com/office/powerpoint/2010/main" val="209131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14191</TotalTime>
  <Words>1843</Words>
  <Application>Microsoft Office PowerPoint</Application>
  <PresentationFormat>Geniş ekran</PresentationFormat>
  <Paragraphs>357</Paragraphs>
  <Slides>172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172</vt:i4>
      </vt:variant>
    </vt:vector>
  </HeadingPairs>
  <TitlesOfParts>
    <vt:vector size="181" baseType="lpstr">
      <vt:lpstr>Aptos</vt:lpstr>
      <vt:lpstr>Aptos Narrow</vt:lpstr>
      <vt:lpstr>Arial</vt:lpstr>
      <vt:lpstr>Calibri</vt:lpstr>
      <vt:lpstr>Calibri (Gövde)</vt:lpstr>
      <vt:lpstr>Calibri Light</vt:lpstr>
      <vt:lpstr>Cambria</vt:lpstr>
      <vt:lpstr>Wingdings</vt:lpstr>
      <vt:lpstr>Office Teması</vt:lpstr>
      <vt:lpstr>PowerPoint Sunusu</vt:lpstr>
      <vt:lpstr>PowerPoint Sunusu</vt:lpstr>
      <vt:lpstr>İşletme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Tuvalet kağıdı</vt:lpstr>
      <vt:lpstr>Fotoselli havlu kağıdı</vt:lpstr>
      <vt:lpstr>Köpük sabun</vt:lpstr>
      <vt:lpstr>Ambulans müdahaleler durum tablosu (kişi sayısı) </vt:lpstr>
      <vt:lpstr>Güvenlik</vt:lpstr>
      <vt:lpstr>Güvenlik personel sayısı ve vardiya dağılımı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Yapılan işler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Ayrıca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Temizlik</vt:lpstr>
      <vt:lpstr>Temizlik personel sayısı ve vardiya dağılımı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Teknik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Pazarlama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Nata Holding</dc:creator>
  <cp:lastModifiedBy>Lenovo</cp:lastModifiedBy>
  <cp:revision>689</cp:revision>
  <dcterms:created xsi:type="dcterms:W3CDTF">2024-05-19T17:49:26Z</dcterms:created>
  <dcterms:modified xsi:type="dcterms:W3CDTF">2026-09-10T08:53:58Z</dcterms:modified>
</cp:coreProperties>
</file>